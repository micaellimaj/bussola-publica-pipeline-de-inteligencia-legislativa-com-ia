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jpg" ContentType="image/jpg"/>
  <Override PartName="/ppt/media/image2.jpg" ContentType="image/jpg"/>
  <Override PartName="/ppt/media/image3.jpg" ContentType="image/jpg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lon Vargas" userId="5812f22deab22baa" providerId="LiveId" clId="{62D60D84-C6E2-40B8-AF80-0CD3BE660797}"/>
    <pc:docChg chg="custSel modSld">
      <pc:chgData name="Marlon Vargas" userId="5812f22deab22baa" providerId="LiveId" clId="{62D60D84-C6E2-40B8-AF80-0CD3BE660797}" dt="2026-06-15T14:38:42.893" v="16" actId="20577"/>
      <pc:docMkLst>
        <pc:docMk/>
      </pc:docMkLst>
      <pc:sldChg chg="modSp mod">
        <pc:chgData name="Marlon Vargas" userId="5812f22deab22baa" providerId="LiveId" clId="{62D60D84-C6E2-40B8-AF80-0CD3BE660797}" dt="2026-06-15T14:38:42.893" v="16" actId="20577"/>
        <pc:sldMkLst>
          <pc:docMk/>
          <pc:sldMk cId="0" sldId="259"/>
        </pc:sldMkLst>
        <pc:spChg chg="mod">
          <ac:chgData name="Marlon Vargas" userId="5812f22deab22baa" providerId="LiveId" clId="{62D60D84-C6E2-40B8-AF80-0CD3BE660797}" dt="2026-06-15T14:38:42.893" v="16" actId="20577"/>
          <ac:spMkLst>
            <pc:docMk/>
            <pc:sldMk cId="0" sldId="259"/>
            <ac:spMk id="2" creationId="{00000000-0000-0000-0000-000000000000}"/>
          </ac:spMkLst>
        </pc:spChg>
      </pc:sldChg>
      <pc:sldChg chg="delSp mod">
        <pc:chgData name="Marlon Vargas" userId="5812f22deab22baa" providerId="LiveId" clId="{62D60D84-C6E2-40B8-AF80-0CD3BE660797}" dt="2026-06-15T14:37:54.141" v="0" actId="478"/>
        <pc:sldMkLst>
          <pc:docMk/>
          <pc:sldMk cId="0" sldId="261"/>
        </pc:sldMkLst>
        <pc:spChg chg="del">
          <ac:chgData name="Marlon Vargas" userId="5812f22deab22baa" providerId="LiveId" clId="{62D60D84-C6E2-40B8-AF80-0CD3BE660797}" dt="2026-06-15T14:37:54.141" v="0" actId="478"/>
          <ac:spMkLst>
            <pc:docMk/>
            <pc:sldMk cId="0" sldId="261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71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· ENGENHARIA DE DADOS E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Bússola Pública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Inteligência Legislativa com IA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API da Câmara dos Deputados ao radar legislativo que roda sozinho às 06h.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1760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0340" y="5029200"/>
            <a:ext cx="2336292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720340" y="5029200"/>
            <a:ext cx="23362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85232" y="5029200"/>
            <a:ext cx="2720340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285232" y="5029200"/>
            <a:ext cx="2720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 + Embeddings)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34172" y="5029200"/>
            <a:ext cx="608076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34172" y="5029200"/>
            <a:ext cx="608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pic>
        <p:nvPicPr>
          <p:cNvPr id="20" name="Picture 19" descr="legodad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65760"/>
            <a:ext cx="1691640" cy="1691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Lego</a:t>
            </a:r>
            <a:r>
              <a:rPr sz="1100" b="1">
                <a:solidFill>
                  <a:srgbClr val="2FE6C7"/>
                </a:solidFill>
                <a:latin typeface="Arial"/>
              </a:rPr>
              <a:t>Dados</a:t>
            </a:r>
            <a:r>
              <a:rPr sz="900" b="0">
                <a:solidFill>
                  <a:srgbClr val="B8C4D8"/>
                </a:solidFill>
                <a:latin typeface="Arial"/>
              </a:rPr>
              <a:t>   ·  Squad de Engenharia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não é falta de dado.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falta de engenharia de dados.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869680" y="502920"/>
            <a:ext cx="2743200" cy="16459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869680" y="640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R$ 15 mil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961120" y="1280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 / mês em relatórios feitos à mão por 2 analistas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base de dados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1821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trabalham em planilhas pessoais.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46888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434840" y="246888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1821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foi consultado se perde.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46888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29600" y="246888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45820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inconsistente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1821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analista nomeia o tema do seu jeito.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6868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memória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1480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analista esquece, o cliente é pego de surpresa.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443484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434840" y="443484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6344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medido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51480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volume por tema, partido ou deputado.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443484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8229600" y="443484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45820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58200" y="51480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clientes = mais gente lendo o site da Câmara.</a:t>
            </a: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rial"/>
              </a:rPr>
              <a:t>Lego</a:t>
            </a:r>
            <a:r>
              <a:rPr sz="1100" b="1">
                <a:solidFill>
                  <a:srgbClr val="00838F"/>
                </a:solidFill>
                <a:latin typeface="Arial"/>
              </a:rPr>
              <a:t>Dados</a:t>
            </a:r>
            <a:r>
              <a:rPr sz="900" b="0">
                <a:solidFill>
                  <a:srgbClr val="667085"/>
                </a:solidFill>
                <a:latin typeface="Arial"/>
              </a:rPr>
              <a:t>   ·  Squad de Engenharia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solução: um pipeline de ponta a ponta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organiza, enriquece com IA e entrega — automaticamente.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16736" y="228600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16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 Câmara via requests, paginação e retry. JSON bruto (Bronze).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0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926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602736" y="2286000"/>
            <a:ext cx="768096" cy="768096"/>
          </a:xfrm>
          <a:prstGeom prst="ellipse">
            <a:avLst/>
          </a:prstGeom>
          <a:solidFill>
            <a:srgbClr val="2E3D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02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17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90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limpeza, dedup, validação de datas e nulos.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212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888736" y="2286000"/>
            <a:ext cx="768096" cy="7680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888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03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6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 no Supabase via SQLAlchemy.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42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498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174736" y="2286000"/>
            <a:ext cx="768096" cy="768096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174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IA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62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(GPT) + tema (embeddings).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28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784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0460736" y="2286000"/>
            <a:ext cx="768096" cy="76809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0460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875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48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às 06h + e-mail digest e alerta de falha.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E3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tabelas (fato + dimensão) · +30 dias de dados ingeridos · idempotente e resiliente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rial"/>
              </a:rPr>
              <a:t>Lego</a:t>
            </a:r>
            <a:r>
              <a:rPr sz="1100" b="1">
                <a:solidFill>
                  <a:srgbClr val="00838F"/>
                </a:solidFill>
                <a:latin typeface="Arial"/>
              </a:rPr>
              <a:t>Dados</a:t>
            </a:r>
            <a:r>
              <a:rPr sz="900" b="0">
                <a:solidFill>
                  <a:srgbClr val="667085"/>
                </a:solidFill>
                <a:latin typeface="Arial"/>
              </a:rPr>
              <a:t>   ·  Squad de Engenharia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que </a:t>
            </a:r>
            <a:r>
              <a:rPr lang="en-US" sz="30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</a:t>
            </a: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diferença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tema e o resumo gerados por IA chegam ao e-mail que o cliente lê.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2651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64008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 ·  GPT-4o-mini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 técnica → 3 frases claras para executivos.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o que propõe · quem é impactado · ponto de atenção.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resumo_executivo em fato_proposicoes.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94960" cy="2651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94960" cy="6400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temática  ·  Embeddings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+ similaridade de cosseno.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temas controlados (Tecnologia, Saúde, Tributário…).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tema + tema_score (auditável) em fato_proposicoes.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106424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sob controle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DRY_RUN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padrão: estima tokens e custo (USD/BRL) antes de gastar. Classificar 1.000 proposições por embeddings custa poucos centavos de real.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rial"/>
              </a:rPr>
              <a:t>Lego</a:t>
            </a:r>
            <a:r>
              <a:rPr sz="1100" b="1">
                <a:solidFill>
                  <a:srgbClr val="00838F"/>
                </a:solidFill>
                <a:latin typeface="Arial"/>
              </a:rPr>
              <a:t>Dados</a:t>
            </a:r>
            <a:r>
              <a:rPr sz="900" b="0">
                <a:solidFill>
                  <a:srgbClr val="667085"/>
                </a:solidFill>
                <a:latin typeface="Arial"/>
              </a:rPr>
              <a:t>   ·  Squad de Engenharia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Roda sozinho às 06h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n8n: agenda → pipeline → consulta → e-mail, com alerta automático em caso de falha.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121408" cy="7772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06h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0 6 * * *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70632" y="176022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2121408" cy="777240"/>
          </a:xfrm>
          <a:prstGeom prst="rect">
            <a:avLst/>
          </a:prstGeom>
          <a:solidFill>
            <a:srgbClr val="2E3D74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 run python main.py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56632" y="176022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2121408" cy="777240"/>
          </a:xfrm>
          <a:prstGeom prst="rect">
            <a:avLst/>
          </a:prstGeom>
          <a:solidFill>
            <a:srgbClr val="C28800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03520" y="148132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OK?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 exitCode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42632" y="176022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0" y="1371600"/>
            <a:ext cx="2121408" cy="77724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0" y="148132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do dia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1828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+ tema + resumo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28632" y="176022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784080" y="1371600"/>
            <a:ext cx="2121408" cy="77724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875520" y="148132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digest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0" y="1828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legislativo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2128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2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OK? </a:t>
            </a: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não: e-mail de alerta com o erro (stderr) dispara na hora.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5786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reais — execução de 15/06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2999232"/>
            <a:ext cx="5394960" cy="1755648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0" descr="prints/supabase_30di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73" y="3090672"/>
            <a:ext cx="2541575" cy="1371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77240" y="4425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n8n: todos os nós verdes (execução #13, 9m52s)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9360" y="2999232"/>
            <a:ext cx="5394960" cy="1755648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9" name="Image 1" descr="prints/supabase_tem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345" y="3090672"/>
            <a:ext cx="1516990" cy="13716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46520" y="4425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digest: top 5 com tema + resumo (IA)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0080" y="4892040"/>
            <a:ext cx="5394960" cy="1755648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2" name="Image 2" descr="prints/email_dige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573" y="4983480"/>
            <a:ext cx="2985973" cy="13716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77240" y="63185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fato_proposicoes com tema / resumo_executivo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309360" y="4892040"/>
            <a:ext cx="5394960" cy="1755648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5" name="Image 3" descr="prints/n8n_execucao_sucess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2388" y="4983480"/>
            <a:ext cx="3568903" cy="13716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46520" y="63185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cobertura de dados ≥ 30 dias (SQL Editor)</a:t>
            </a:r>
            <a:endParaRPr lang="en-US"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rial"/>
              </a:rPr>
              <a:t>Lego</a:t>
            </a:r>
            <a:r>
              <a:rPr sz="1100" b="1">
                <a:solidFill>
                  <a:srgbClr val="00838F"/>
                </a:solidFill>
                <a:latin typeface="Arial"/>
              </a:rPr>
              <a:t>Dados</a:t>
            </a:r>
            <a:r>
              <a:rPr sz="900" b="0">
                <a:solidFill>
                  <a:srgbClr val="667085"/>
                </a:solidFill>
                <a:latin typeface="Arial"/>
              </a:rPr>
              <a:t>   ·  Squad de Engenharia 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no ar — e os próximos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por tema crítico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Telegram/e-mail quando entra proposição de Tecnologia ou outro tema do cliente.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histórica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3558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de 30 dias para múltiplos anos, com carga incremental.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multicliente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5902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temas e destinatários por cliente — o relatório de R$ 15 mil, automatizado.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141732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75120" y="1417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NO 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BI · Power BI sobre o Supabase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920240"/>
            <a:ext cx="4754880" cy="260969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0" descr="prints/Dashboard_Bussola_Publ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20240"/>
            <a:ext cx="4754880" cy="26096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75120" y="4572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Partidos, deputados, proposições e classificação temática por IA — em tempo real.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Lego</a:t>
            </a:r>
            <a:r>
              <a:rPr sz="1100" b="1">
                <a:solidFill>
                  <a:srgbClr val="2FE6C7"/>
                </a:solidFill>
                <a:latin typeface="Arial"/>
              </a:rPr>
              <a:t>Dados</a:t>
            </a:r>
            <a:r>
              <a:rPr sz="900" b="0">
                <a:solidFill>
                  <a:srgbClr val="B8C4D8"/>
                </a:solidFill>
                <a:latin typeface="Arial"/>
              </a:rPr>
              <a:t>   ·  Squad de Engenharia de Dados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604</Words>
  <Application>Microsoft Office PowerPoint</Application>
  <PresentationFormat>Widescreen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Bussola Publica - Pitch Executivo</dc:title>
  <dc:subject>PptxGenJS Presentation</dc:subject>
  <dc:creator>Marlon Vargas</dc:creator>
  <cp:lastModifiedBy>Marlon Vargas</cp:lastModifiedBy>
  <cp:revision>1</cp:revision>
  <dcterms:created xsi:type="dcterms:W3CDTF">2026-06-15T14:27:55Z</dcterms:created>
  <dcterms:modified xsi:type="dcterms:W3CDTF">2026-06-15T14:38:53Z</dcterms:modified>
</cp:coreProperties>
</file>