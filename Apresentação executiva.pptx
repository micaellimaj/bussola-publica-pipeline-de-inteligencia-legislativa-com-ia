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4_72DFC69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8" r:id="rId2"/>
    <p:sldId id="385" r:id="rId3"/>
    <p:sldId id="384" r:id="rId4"/>
    <p:sldId id="386" r:id="rId5"/>
    <p:sldId id="387" r:id="rId6"/>
    <p:sldId id="388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1CEEDC9-3215-DEFE-254A-ED82FBCF619B}" name="Félix de Jesus Silva" initials="Fd" userId="S::felix.silva@fieb.org.br::ad5872b5-41f6-4420-adf7-757d892b9f4b" providerId="AD"/>
  <p188:author id="{6647AFE3-F705-872B-7A7B-39C8B62E714A}" name="Maira Silva Andrade" initials="MS" userId="S::maira.andrade@fieb.org.br::a1eafaa3-d44b-4c76-a3e9-125b62644c8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359A"/>
    <a:srgbClr val="83C9FD"/>
    <a:srgbClr val="00A9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11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omments/modernComment_104_72DFC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AF58391-B17D-436F-B1B5-03EC2280E0C4}" authorId="{E1CEEDC9-3215-DEFE-254A-ED82FBCF619B}" status="resolved" created="2026-01-16T19:30:35.56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120454249" sldId="260"/>
      <ac:spMk id="25" creationId="{F9ABA692-F901-B5FF-11FA-13400415F7A8}"/>
    </ac:deMkLst>
    <p188:txBody>
      <a:bodyPr/>
      <a:lstStyle/>
      <a:p>
        <a:r>
          <a:rPr lang="pt-BR"/>
          <a:t>[@Ramon Bogea de Novais], para atualização do conteúdo do PMO do projeto Marelli.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8CD453-6D07-4FDD-9A82-CB2E0B3EF95E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0E0372-B229-49B5-B675-CAAEC03D64A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548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A1B68-D784-80F5-6C56-7ABB5131F3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385849E-164D-12C3-4FD5-A78748EA41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91F0E93-C2A3-314F-FFC6-0051BEE18F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EC35752-7C49-5F94-D391-5B8985EEF7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F7D57-91A0-444B-BF75-43BD0B88895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3411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A478-68A5-F026-C646-80F001AB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8C209B-ECBE-ABCE-7869-A9EADCCC8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9C091C-0F43-E622-FFD3-95D1E7678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É INOVAÇÃO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739D10-762D-9DEA-74A7-E6B0CB7F8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F7D57-91A0-444B-BF75-43BD0B88895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9417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A478-68A5-F026-C646-80F001AB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8C209B-ECBE-ABCE-7869-A9EADCCC8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9C091C-0F43-E622-FFD3-95D1E7678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É INOVAÇÃO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739D10-762D-9DEA-74A7-E6B0CB7F8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F7D57-91A0-444B-BF75-43BD0B88895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850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A478-68A5-F026-C646-80F001AB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8C209B-ECBE-ABCE-7869-A9EADCCC8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9C091C-0F43-E622-FFD3-95D1E7678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É INOVAÇÃO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739D10-762D-9DEA-74A7-E6B0CB7F8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F7D57-91A0-444B-BF75-43BD0B88895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961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A478-68A5-F026-C646-80F001AB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8C209B-ECBE-ABCE-7869-A9EADCCC8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9C091C-0F43-E622-FFD3-95D1E7678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É INOVAÇÃO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739D10-762D-9DEA-74A7-E6B0CB7F8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F7D57-91A0-444B-BF75-43BD0B888951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10232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CA478-68A5-F026-C646-80F001AB7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C8C209B-ECBE-ABCE-7869-A9EADCCC87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B9C091C-0F43-E622-FFD3-95D1E7678C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/>
              <a:t>O QUE É INOVAÇÃO</a:t>
            </a:r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F739D10-762D-9DEA-74A7-E6B0CB7F8E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3F7D57-91A0-444B-BF75-43BD0B888951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27046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3458C-B752-8CA3-3276-DEF90F3ACA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3D7C6C-F4D8-839A-1A90-640BE1F8C3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B7D720-2F53-03A7-F2C1-90CA10199C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88A209-942C-3763-B617-971295FD3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623EFA1-BE8F-F13F-FB45-1937BA130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7573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01D88-85F5-4661-842A-4E1B17C6E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DC1EE47-037C-F74C-C432-745CBF5B5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E6726AF-8076-8F72-C9A0-A014629BF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C8A1B9-345F-4FFA-4FA4-752F1B951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26B9CD7-D14A-41F8-5E51-0CB8D292F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6620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7491C-41E5-0A64-CB1E-6C5546724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1B37E41-C835-373E-2DBB-0B10453BA7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6885D6-8445-518F-F84C-B78E291EC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E7C9CB-DC1B-99D3-B416-D32660B2C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6EBE95-71FB-CD4D-ED6A-EB31A60D3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315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A9A0B4-FFA5-0789-6F22-849622147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F388A1-430A-9D3F-88F2-64EBF86B7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044B1EE-ED3E-4EAE-6169-82E3FA1924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AE5CF4E-3189-A625-1938-94609B521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BB857C-4A1A-F305-2D78-069E4808F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D707CF-52FC-F8BA-17ED-653F4389B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9565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F79B5D-C0C4-AF65-E891-CA6464CFE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70D241E-0A7B-2B68-4874-017AE3A42A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E0B186-BA1A-4E98-426F-6C58D256D2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B60C61EE-3963-6252-E796-BD51C41D690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5D05D0D-7011-3ABA-166E-87F6361B3E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804E439-8499-9A21-DDC8-BF29B6DD8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C3195576-D38D-311D-956E-A4B3BD15B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8DDCC7F-1B5B-D708-DAC4-20B28E298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4552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ED695F-849C-C058-B539-6E21E540A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10CA1EEC-F2C4-53C5-D743-E8E4330D1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4554C63-E3E6-D7E7-F35E-F1044AF0E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205331F-D638-F6BA-9D62-D1A3673D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4885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0054A5F5-ADDB-B42C-B21A-ECCBC0467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4D3AFEF-A5F3-C27E-3CDB-91A8F5FDAF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9805ED-D1E5-CAFC-DA57-413CBF71F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65606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345324-089F-F2EC-E94B-5CE3CCB743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5849B9-621F-F389-D0C4-FB9815826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CB2831F-E422-EBF3-2D0D-15806734FB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731B849-22F1-5617-15E7-A85700F42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3C51C1D-317D-4187-79C4-803CF87FC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19C805-631F-301D-E5E8-6B4AEB18F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56879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08967-C4E4-4FF4-CB6D-0B681DA3B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6603297-EFBD-8229-0947-E94AC07684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D33F629-2F79-5B1A-3823-46D61FF1E4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B6D5FC-F59A-84B6-BE5C-1B654404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7212B0-CDD3-0A4B-80E5-8B31DD33A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DDF99A-008D-427F-A7D3-525EB5615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63213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580913-D060-8779-DA9A-7EEF5F3D9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7B35E98-4E07-0ACD-C1D9-A284C62765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4085A6-7EA0-DCBC-61C0-332D84B8B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9F7AF6-9B6D-BB48-9107-66AF01FEC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D88D36-92E4-7990-FD6F-5DF0098C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9235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3E052ED-A095-041C-D7BF-A184785B372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3839485-4F38-4544-3588-5AE7C30A1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4AC76F-0621-AD08-97D3-16EB16C3B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69E0BE-BEB3-6550-D85B-D41CA6E65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ADBB766-F10D-0037-F1E7-2E778645BA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9825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3FB69FE-F865-4B48-07B1-D532CAF22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2C3DBC0-F330-BCC0-CAAF-51302A5AD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086A3C9-F788-93AF-25E9-9AD4C91287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242B7A-01C3-447C-8684-EB5E243CD7F8}" type="datetimeFigureOut">
              <a:rPr lang="pt-BR" smtClean="0"/>
              <a:t>07/06/2026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A21B666-A4A3-644F-B8AD-FF21E20A9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24393D-F102-B458-160D-40E187BF4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513B17-3C03-44F7-8246-0A9FCD723A4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4815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72DFC69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72DFC69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72DFC69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72DFC69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4_72DFC69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FE1D72-05ED-834A-798C-C1E4E7DC6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71860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1B98-F2BF-689F-B879-A4998F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14955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 mod="1">
    <p:ext uri="{6950BFC3-D8DA-4A85-94F7-54DA5524770B}">
      <p188:commentRel xmlns:p188="http://schemas.microsoft.com/office/powerpoint/2018/8/main" xmlns="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1B98-F2BF-689F-B879-A4998F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47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 mod="1">
    <p:ext uri="{6950BFC3-D8DA-4A85-94F7-54DA5524770B}">
      <p188:commentRel xmlns:p188="http://schemas.microsoft.com/office/powerpoint/2018/8/main" xmlns="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1B98-F2BF-689F-B879-A4998F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66528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 mod="1">
    <p:ext uri="{6950BFC3-D8DA-4A85-94F7-54DA5524770B}">
      <p188:commentRel xmlns:p188="http://schemas.microsoft.com/office/powerpoint/2018/8/main" xmlns="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1B98-F2BF-689F-B879-A4998F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1024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 mod="1">
    <p:ext uri="{6950BFC3-D8DA-4A85-94F7-54DA5524770B}">
      <p188:commentRel xmlns:p188="http://schemas.microsoft.com/office/powerpoint/2018/8/main" xmlns="" r:id="rId3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2F1B98-F2BF-689F-B879-A4998FCF2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058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 mod="1">
    <p:ext uri="{6950BFC3-D8DA-4A85-94F7-54DA5524770B}">
      <p188:commentRel xmlns:p188="http://schemas.microsoft.com/office/powerpoint/2018/8/main" xmlns="" r:id="rId3"/>
    </p:ext>
  </p:extLs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26</Words>
  <Application>Microsoft Office PowerPoint</Application>
  <PresentationFormat>Widescreen</PresentationFormat>
  <Paragraphs>11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Guilherme Sobral Santos</dc:creator>
  <cp:lastModifiedBy>Guilherme Sobral</cp:lastModifiedBy>
  <cp:revision>8</cp:revision>
  <dcterms:created xsi:type="dcterms:W3CDTF">2026-06-01T21:50:11Z</dcterms:created>
  <dcterms:modified xsi:type="dcterms:W3CDTF">2026-06-08T01:54:39Z</dcterms:modified>
</cp:coreProperties>
</file>