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5720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45720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96012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96012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960120"/>
            <a:ext cx="256032" cy="25603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· ENGENHARIA DE DADOS E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Bússola Pública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Inteligência Legislativa com IA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API da Câmara dos Deputados ao radar legislativo que roda sozinho às 06h.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1760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0340" y="5029200"/>
            <a:ext cx="2336292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0340" y="5029200"/>
            <a:ext cx="2336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85232" y="5029200"/>
            <a:ext cx="2720340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5029200"/>
            <a:ext cx="2720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 + Embeddings)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34172" y="5029200"/>
            <a:ext cx="608076" cy="457200"/>
          </a:xfrm>
          <a:prstGeom prst="roundRect">
            <a:avLst>
              <a:gd name="adj" fmla="val 50000"/>
            </a:avLst>
          </a:prstGeom>
          <a:solidFill>
            <a:srgbClr val="2E3D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4172" y="5029200"/>
            <a:ext cx="608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não é falta de dado.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falta de engenharia de dados.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502920"/>
            <a:ext cx="274320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0" y="640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 mil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961120" y="1280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 / mês em relatórios feitos à mão por 2 analistas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base de dados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trabalham em planilhas pessoais.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foi consultado se perde.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46888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46888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inconsistente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1821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analista nomeia o tema do seu jeito.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memória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analista esquece, o cliente é pego de surpresa.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medido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volume por tema, partido ou deputado.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4434840"/>
            <a:ext cx="356616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434840"/>
            <a:ext cx="82296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58200" y="51480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clientes = mais gente lendo o site da Câmara.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solução: um pipeline de ponta a ponta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organiza, enriquece com IA e entrega — automaticamente.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28600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 Câmara via requests, paginação e retry. JSON bruto (Bronze).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0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286000"/>
            <a:ext cx="768096" cy="768096"/>
          </a:xfrm>
          <a:prstGeom prst="ellipse">
            <a:avLst/>
          </a:prstGeom>
          <a:solidFill>
            <a:srgbClr val="2E3D74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90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limpeza, dedup, validação de datas e nulos.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2286000"/>
            <a:ext cx="768096" cy="7680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888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3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estrela no Supabase via SQLAlchemy.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42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74736" y="2286000"/>
            <a:ext cx="768096" cy="76809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8174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62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(GPT) + tema (embeddings).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28632" y="352044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2011680"/>
            <a:ext cx="2121408" cy="301752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60736" y="2286000"/>
            <a:ext cx="768096" cy="7680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0736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875520" y="324612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48672" y="374904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às 06h + e-mail digest e alerta de falha.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3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tabelas (fato + dimensão) · +30 dias de dados ingeridos · idempotente e resiliente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que faz diferença — não decoração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tema e o resumo gerados por IA chegam ao e-mail que o cliente lê.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651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394960" cy="6400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 ·  GPT-4o-mini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técnica → 3 frases claras para executivos.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o que propõe · quem é impactado · ponto de atenção.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resumo_executivo em fato_proposicoes.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394960" cy="2651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74520"/>
            <a:ext cx="5394960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temática  ·  Embeddings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+ similaridade de cosseno.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temas controlados (Tecnologia, Saúde, Tributário…).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tema + tema_score (auditável) em fato_proposicoes.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10642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sob controle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padrão: estima tokens e custo (USD/BRL) antes de gastar. Classificar 1.000 proposições por embeddings custa poucos centavos de real.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Roda sozinho às 06h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n8n: agenda → pipeline → consulta → e-mail. Com tratamento de falha.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21408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6771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06h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6148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0 6 * * 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0632" y="269748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2011680"/>
            <a:ext cx="2121408" cy="1371600"/>
          </a:xfrm>
          <a:prstGeom prst="rect">
            <a:avLst/>
          </a:prstGeom>
          <a:solidFill>
            <a:srgbClr val="2E3D74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226771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76148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run python main.py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6632" y="269748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011680"/>
            <a:ext cx="2121408" cy="1371600"/>
          </a:xfrm>
          <a:prstGeom prst="rect">
            <a:avLst/>
          </a:prstGeom>
          <a:solidFill>
            <a:srgbClr val="C28800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26771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OK?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76148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 exitCode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42632" y="269748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2011680"/>
            <a:ext cx="2121408" cy="13716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26771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do dia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276148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+ tema + resumo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28632" y="2697480"/>
            <a:ext cx="146304" cy="0"/>
          </a:xfrm>
          <a:prstGeom prst="line">
            <a:avLst/>
          </a:prstGeom>
          <a:noFill/>
          <a:ln w="2540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84080" y="2011680"/>
            <a:ext cx="2121408" cy="137160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0" y="226771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digest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2761488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legislativo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703320"/>
            <a:ext cx="2121408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703320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→ alerta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85232" y="3383280"/>
            <a:ext cx="0" cy="310896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4800600"/>
            <a:ext cx="1106424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937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chega ao cliente, todo dia, sem ninguém olhando: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proposições mais relevantes das últimas 24h  · 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(IA)  ·  </a:t>
            </a:r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(IA)  · 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imediato se o pipeline quebrar.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5897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 entrega: print da execução no n8n · e-mail recebido · coluna tema no Supabase.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por tema crítico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Telegram/e-mail quando entra proposição de Tecnologia ou outro tema do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16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770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BI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por tema, partido mais ativo e deputado mais produtivo (Power BI sobre o Supabase).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953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8496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histórica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2793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de 30 dias para múltiplos anos, com carga incremental.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97433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74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928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multicliente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3583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temas e destinatários por cliente — o relatório de R$ 15 mil, automatizado.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Encare como se a Bússola Pública existisse de verdade — porque, no fim, vai estar.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Bussola Publica - Pitch Executivo</dc:title>
  <dc:subject>PptxGenJS Presentation</dc:subject>
  <dc:creator>Marlon Vargas</dc:creator>
  <cp:lastModifiedBy>Marlon Vargas</cp:lastModifiedBy>
  <cp:revision>1</cp:revision>
  <dcterms:created xsi:type="dcterms:W3CDTF">2026-06-07T20:43:38Z</dcterms:created>
  <dcterms:modified xsi:type="dcterms:W3CDTF">2026-06-07T20:43:38Z</dcterms:modified>
</cp:coreProperties>
</file>